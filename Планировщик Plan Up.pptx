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23" r:id="rId10"/>
    <p:sldId id="324" r:id="rId11"/>
    <p:sldId id="326" r:id="rId12"/>
    <p:sldId id="325" r:id="rId13"/>
    <p:sldId id="315" r:id="rId14"/>
    <p:sldId id="297" r:id="rId15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>
        <p:scale>
          <a:sx n="75" d="100"/>
          <a:sy n="75" d="100"/>
        </p:scale>
        <p:origin x="974" y="269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лина Лунева" userId="ee9b9fb48204b16a" providerId="LiveId" clId="{387F57EF-FA4E-4F24-AF15-8C1921AFDEF3}"/>
    <pc:docChg chg="undo redo custSel addSld delSld modSld sldOrd">
      <pc:chgData name="Алина Лунева" userId="ee9b9fb48204b16a" providerId="LiveId" clId="{387F57EF-FA4E-4F24-AF15-8C1921AFDEF3}" dt="2025-11-20T20:41:29.263" v="913" actId="14100"/>
      <pc:docMkLst>
        <pc:docMk/>
      </pc:docMkLst>
      <pc:sldChg chg="addSp delSp modSp mod">
        <pc:chgData name="Алина Лунева" userId="ee9b9fb48204b16a" providerId="LiveId" clId="{387F57EF-FA4E-4F24-AF15-8C1921AFDEF3}" dt="2025-11-20T20:12:27.874" v="537" actId="1076"/>
        <pc:sldMkLst>
          <pc:docMk/>
          <pc:sldMk cId="2952923800" sldId="281"/>
        </pc:sldMkLst>
        <pc:spChg chg="mod">
          <ac:chgData name="Алина Лунева" userId="ee9b9fb48204b16a" providerId="LiveId" clId="{387F57EF-FA4E-4F24-AF15-8C1921AFDEF3}" dt="2025-11-20T20:06:14.147" v="489" actId="1076"/>
          <ac:spMkLst>
            <pc:docMk/>
            <pc:sldMk cId="2952923800" sldId="281"/>
            <ac:spMk id="2" creationId="{D53B219B-7E3A-7E84-6386-37313F0CFB09}"/>
          </ac:spMkLst>
        </pc:spChg>
        <pc:spChg chg="mod">
          <ac:chgData name="Алина Лунева" userId="ee9b9fb48204b16a" providerId="LiveId" clId="{387F57EF-FA4E-4F24-AF15-8C1921AFDEF3}" dt="2025-11-20T20:10:39.172" v="526" actId="20577"/>
          <ac:spMkLst>
            <pc:docMk/>
            <pc:sldMk cId="2952923800" sldId="281"/>
            <ac:spMk id="3" creationId="{A2E339BF-E6D7-DD0E-AF02-6813852EE723}"/>
          </ac:spMkLst>
        </pc:spChg>
        <pc:spChg chg="add del mod">
          <ac:chgData name="Алина Лунева" userId="ee9b9fb48204b16a" providerId="LiveId" clId="{387F57EF-FA4E-4F24-AF15-8C1921AFDEF3}" dt="2025-11-20T20:12:16.634" v="535" actId="478"/>
          <ac:spMkLst>
            <pc:docMk/>
            <pc:sldMk cId="2952923800" sldId="281"/>
            <ac:spMk id="5" creationId="{E9CF2CA9-613B-432E-9778-89EEAF746F86}"/>
          </ac:spMkLst>
        </pc:spChg>
        <pc:picChg chg="del">
          <ac:chgData name="Алина Лунева" userId="ee9b9fb48204b16a" providerId="LiveId" clId="{387F57EF-FA4E-4F24-AF15-8C1921AFDEF3}" dt="2025-11-20T20:06:20.711" v="491" actId="478"/>
          <ac:picMkLst>
            <pc:docMk/>
            <pc:sldMk cId="2952923800" sldId="281"/>
            <ac:picMk id="6" creationId="{FECDA901-DD88-89EB-E10E-A2994D0A92DB}"/>
          </ac:picMkLst>
        </pc:picChg>
        <pc:picChg chg="add del mod ord modCrop">
          <ac:chgData name="Алина Лунева" userId="ee9b9fb48204b16a" providerId="LiveId" clId="{387F57EF-FA4E-4F24-AF15-8C1921AFDEF3}" dt="2025-11-20T20:12:01.275" v="530" actId="22"/>
          <ac:picMkLst>
            <pc:docMk/>
            <pc:sldMk cId="2952923800" sldId="281"/>
            <ac:picMk id="8" creationId="{252E3A9C-E3B5-41F7-BAB7-46A8A4D40C2F}"/>
          </ac:picMkLst>
        </pc:picChg>
        <pc:picChg chg="add mod">
          <ac:chgData name="Алина Лунева" userId="ee9b9fb48204b16a" providerId="LiveId" clId="{387F57EF-FA4E-4F24-AF15-8C1921AFDEF3}" dt="2025-11-20T20:12:27.874" v="537" actId="1076"/>
          <ac:picMkLst>
            <pc:docMk/>
            <pc:sldMk cId="2952923800" sldId="281"/>
            <ac:picMk id="10" creationId="{FA8F3F79-3B51-4155-A882-6B011FD3B5C3}"/>
          </ac:picMkLst>
        </pc:picChg>
      </pc:sldChg>
      <pc:sldChg chg="modSp mod">
        <pc:chgData name="Алина Лунева" userId="ee9b9fb48204b16a" providerId="LiveId" clId="{387F57EF-FA4E-4F24-AF15-8C1921AFDEF3}" dt="2025-11-20T20:18:34.089" v="591" actId="20577"/>
        <pc:sldMkLst>
          <pc:docMk/>
          <pc:sldMk cId="685681062" sldId="282"/>
        </pc:sldMkLst>
        <pc:spChg chg="mod">
          <ac:chgData name="Алина Лунева" userId="ee9b9fb48204b16a" providerId="LiveId" clId="{387F57EF-FA4E-4F24-AF15-8C1921AFDEF3}" dt="2025-11-20T20:15:13.584" v="552" actId="20577"/>
          <ac:spMkLst>
            <pc:docMk/>
            <pc:sldMk cId="685681062" sldId="282"/>
            <ac:spMk id="2" creationId="{FD5E8954-9BCB-7FD9-A210-38DC54382D45}"/>
          </ac:spMkLst>
        </pc:spChg>
        <pc:spChg chg="mod">
          <ac:chgData name="Алина Лунева" userId="ee9b9fb48204b16a" providerId="LiveId" clId="{387F57EF-FA4E-4F24-AF15-8C1921AFDEF3}" dt="2025-11-20T20:18:34.089" v="591" actId="20577"/>
          <ac:spMkLst>
            <pc:docMk/>
            <pc:sldMk cId="685681062" sldId="282"/>
            <ac:spMk id="3" creationId="{75111C33-898C-4414-4665-5136EB6FC126}"/>
          </ac:spMkLst>
        </pc:spChg>
      </pc:sldChg>
      <pc:sldChg chg="addSp delSp modSp mod">
        <pc:chgData name="Алина Лунева" userId="ee9b9fb48204b16a" providerId="LiveId" clId="{387F57EF-FA4E-4F24-AF15-8C1921AFDEF3}" dt="2025-11-20T20:37:44.029" v="908" actId="478"/>
        <pc:sldMkLst>
          <pc:docMk/>
          <pc:sldMk cId="1973173046" sldId="297"/>
        </pc:sldMkLst>
        <pc:spChg chg="add del mod">
          <ac:chgData name="Алина Лунева" userId="ee9b9fb48204b16a" providerId="LiveId" clId="{387F57EF-FA4E-4F24-AF15-8C1921AFDEF3}" dt="2025-11-20T20:37:40.645" v="907" actId="478"/>
          <ac:spMkLst>
            <pc:docMk/>
            <pc:sldMk cId="1973173046" sldId="297"/>
            <ac:spMk id="2" creationId="{509D22C5-0C9E-B582-A8FE-B45E70A01E7F}"/>
          </ac:spMkLst>
        </pc:spChg>
        <pc:spChg chg="del mod">
          <ac:chgData name="Алина Лунева" userId="ee9b9fb48204b16a" providerId="LiveId" clId="{387F57EF-FA4E-4F24-AF15-8C1921AFDEF3}" dt="2025-11-20T20:37:44.029" v="908" actId="478"/>
          <ac:spMkLst>
            <pc:docMk/>
            <pc:sldMk cId="1973173046" sldId="297"/>
            <ac:spMk id="3" creationId="{D8B5CEF2-E667-BBB5-2EA6-C06F93B6DE12}"/>
          </ac:spMkLst>
        </pc:spChg>
        <pc:spChg chg="add del mod">
          <ac:chgData name="Алина Лунева" userId="ee9b9fb48204b16a" providerId="LiveId" clId="{387F57EF-FA4E-4F24-AF15-8C1921AFDEF3}" dt="2025-11-20T20:37:40.645" v="907" actId="478"/>
          <ac:spMkLst>
            <pc:docMk/>
            <pc:sldMk cId="1973173046" sldId="297"/>
            <ac:spMk id="5" creationId="{1D07943A-E005-44F5-A781-C30BE5667B69}"/>
          </ac:spMkLst>
        </pc:spChg>
      </pc:sldChg>
      <pc:sldChg chg="modSp mod">
        <pc:chgData name="Алина Лунева" userId="ee9b9fb48204b16a" providerId="LiveId" clId="{387F57EF-FA4E-4F24-AF15-8C1921AFDEF3}" dt="2025-11-20T20:03:39.925" v="239" actId="1076"/>
        <pc:sldMkLst>
          <pc:docMk/>
          <pc:sldMk cId="3913219759" sldId="304"/>
        </pc:sldMkLst>
        <pc:spChg chg="mod">
          <ac:chgData name="Алина Лунева" userId="ee9b9fb48204b16a" providerId="LiveId" clId="{387F57EF-FA4E-4F24-AF15-8C1921AFDEF3}" dt="2025-11-20T20:03:11.385" v="227" actId="1076"/>
          <ac:spMkLst>
            <pc:docMk/>
            <pc:sldMk cId="3913219759" sldId="304"/>
            <ac:spMk id="2" creationId="{13021072-4A77-DB4D-DF41-58EADB7DA94E}"/>
          </ac:spMkLst>
        </pc:spChg>
        <pc:spChg chg="mod">
          <ac:chgData name="Алина Лунева" userId="ee9b9fb48204b16a" providerId="LiveId" clId="{387F57EF-FA4E-4F24-AF15-8C1921AFDEF3}" dt="2025-11-20T20:03:39.925" v="239" actId="1076"/>
          <ac:spMkLst>
            <pc:docMk/>
            <pc:sldMk cId="3913219759" sldId="304"/>
            <ac:spMk id="3" creationId="{D4D22962-3C7F-E480-5C35-7F4860A098E1}"/>
          </ac:spMkLst>
        </pc:spChg>
      </pc:sldChg>
      <pc:sldChg chg="addSp delSp modSp mod">
        <pc:chgData name="Алина Лунева" userId="ee9b9fb48204b16a" providerId="LiveId" clId="{387F57EF-FA4E-4F24-AF15-8C1921AFDEF3}" dt="2025-11-20T20:05:58.025" v="469" actId="20577"/>
        <pc:sldMkLst>
          <pc:docMk/>
          <pc:sldMk cId="2906491918" sldId="307"/>
        </pc:sldMkLst>
        <pc:spChg chg="mod">
          <ac:chgData name="Алина Лунева" userId="ee9b9fb48204b16a" providerId="LiveId" clId="{387F57EF-FA4E-4F24-AF15-8C1921AFDEF3}" dt="2025-11-20T20:00:35.680" v="204" actId="5793"/>
          <ac:spMkLst>
            <pc:docMk/>
            <pc:sldMk cId="2906491918" sldId="307"/>
            <ac:spMk id="2" creationId="{D54EDA75-0988-2AC2-87F8-8DEC83A7B9CA}"/>
          </ac:spMkLst>
        </pc:spChg>
        <pc:spChg chg="add mod">
          <ac:chgData name="Алина Лунева" userId="ee9b9fb48204b16a" providerId="LiveId" clId="{387F57EF-FA4E-4F24-AF15-8C1921AFDEF3}" dt="2025-11-20T20:05:58.025" v="469" actId="20577"/>
          <ac:spMkLst>
            <pc:docMk/>
            <pc:sldMk cId="2906491918" sldId="307"/>
            <ac:spMk id="3" creationId="{2036E06A-88A7-425B-97E6-3189E37C6102}"/>
          </ac:spMkLst>
        </pc:spChg>
        <pc:spChg chg="add del mod">
          <ac:chgData name="Алина Лунева" userId="ee9b9fb48204b16a" providerId="LiveId" clId="{387F57EF-FA4E-4F24-AF15-8C1921AFDEF3}" dt="2025-11-20T20:02:10.358" v="206" actId="931"/>
          <ac:spMkLst>
            <pc:docMk/>
            <pc:sldMk cId="2906491918" sldId="307"/>
            <ac:spMk id="5" creationId="{FC2F9575-41CA-4319-B03C-1E197BEBF6B6}"/>
          </ac:spMkLst>
        </pc:spChg>
        <pc:picChg chg="del">
          <ac:chgData name="Алина Лунева" userId="ee9b9fb48204b16a" providerId="LiveId" clId="{387F57EF-FA4E-4F24-AF15-8C1921AFDEF3}" dt="2025-11-20T20:00:39.321" v="205" actId="21"/>
          <ac:picMkLst>
            <pc:docMk/>
            <pc:sldMk cId="2906491918" sldId="307"/>
            <ac:picMk id="7" creationId="{DD186EAB-37C7-E7E6-AE8D-F077D02804F9}"/>
          </ac:picMkLst>
        </pc:picChg>
        <pc:picChg chg="add mod">
          <ac:chgData name="Алина Лунева" userId="ee9b9fb48204b16a" providerId="LiveId" clId="{387F57EF-FA4E-4F24-AF15-8C1921AFDEF3}" dt="2025-11-20T20:02:10.358" v="206" actId="931"/>
          <ac:picMkLst>
            <pc:docMk/>
            <pc:sldMk cId="2906491918" sldId="307"/>
            <ac:picMk id="8" creationId="{4ABB8282-876C-4927-B199-B5F679039EEF}"/>
          </ac:picMkLst>
        </pc:picChg>
      </pc:sldChg>
      <pc:sldChg chg="addSp delSp modSp del mod">
        <pc:chgData name="Алина Лунева" userId="ee9b9fb48204b16a" providerId="LiveId" clId="{387F57EF-FA4E-4F24-AF15-8C1921AFDEF3}" dt="2025-11-20T20:28:09.072" v="652" actId="2696"/>
        <pc:sldMkLst>
          <pc:docMk/>
          <pc:sldMk cId="1131718056" sldId="314"/>
        </pc:sldMkLst>
        <pc:spChg chg="mod">
          <ac:chgData name="Алина Лунева" userId="ee9b9fb48204b16a" providerId="LiveId" clId="{387F57EF-FA4E-4F24-AF15-8C1921AFDEF3}" dt="2025-11-20T20:20:03.806" v="624" actId="1076"/>
          <ac:spMkLst>
            <pc:docMk/>
            <pc:sldMk cId="1131718056" sldId="314"/>
            <ac:spMk id="2" creationId="{B6210199-C129-11F0-56F2-2D1AED21CB4C}"/>
          </ac:spMkLst>
        </pc:spChg>
        <pc:spChg chg="del mod">
          <ac:chgData name="Алина Лунева" userId="ee9b9fb48204b16a" providerId="LiveId" clId="{387F57EF-FA4E-4F24-AF15-8C1921AFDEF3}" dt="2025-11-20T20:19:00.993" v="593" actId="21"/>
          <ac:spMkLst>
            <pc:docMk/>
            <pc:sldMk cId="1131718056" sldId="314"/>
            <ac:spMk id="4" creationId="{BDDD6BDC-E008-6AB7-55A1-46ED9BCF054F}"/>
          </ac:spMkLst>
        </pc:spChg>
        <pc:picChg chg="add mod modCrop">
          <ac:chgData name="Алина Лунева" userId="ee9b9fb48204b16a" providerId="LiveId" clId="{387F57EF-FA4E-4F24-AF15-8C1921AFDEF3}" dt="2025-11-20T20:20:27.354" v="627" actId="1076"/>
          <ac:picMkLst>
            <pc:docMk/>
            <pc:sldMk cId="1131718056" sldId="314"/>
            <ac:picMk id="6" creationId="{E94C04CD-CD63-445E-B454-14580D1EE6E2}"/>
          </ac:picMkLst>
        </pc:picChg>
      </pc:sldChg>
      <pc:sldChg chg="addSp delSp modSp mod">
        <pc:chgData name="Алина Лунева" userId="ee9b9fb48204b16a" providerId="LiveId" clId="{387F57EF-FA4E-4F24-AF15-8C1921AFDEF3}" dt="2025-11-20T20:41:29.263" v="913" actId="14100"/>
        <pc:sldMkLst>
          <pc:docMk/>
          <pc:sldMk cId="2468595790" sldId="315"/>
        </pc:sldMkLst>
        <pc:spChg chg="mod">
          <ac:chgData name="Алина Лунева" userId="ee9b9fb48204b16a" providerId="LiveId" clId="{387F57EF-FA4E-4F24-AF15-8C1921AFDEF3}" dt="2025-11-20T20:32:07.414" v="723" actId="20577"/>
          <ac:spMkLst>
            <pc:docMk/>
            <pc:sldMk cId="2468595790" sldId="315"/>
            <ac:spMk id="2" creationId="{B28A34A6-22BC-27A4-2C79-EE98A4943B14}"/>
          </ac:spMkLst>
        </pc:spChg>
        <pc:spChg chg="add del mod">
          <ac:chgData name="Алина Лунева" userId="ee9b9fb48204b16a" providerId="LiveId" clId="{387F57EF-FA4E-4F24-AF15-8C1921AFDEF3}" dt="2025-11-20T20:33:29.947" v="884" actId="21"/>
          <ac:spMkLst>
            <pc:docMk/>
            <pc:sldMk cId="2468595790" sldId="315"/>
            <ac:spMk id="5" creationId="{09D1C4D5-609E-4C71-B995-AD427D11352F}"/>
          </ac:spMkLst>
        </pc:spChg>
        <pc:spChg chg="mod">
          <ac:chgData name="Алина Лунева" userId="ee9b9fb48204b16a" providerId="LiveId" clId="{387F57EF-FA4E-4F24-AF15-8C1921AFDEF3}" dt="2025-11-20T20:41:29.263" v="913" actId="14100"/>
          <ac:spMkLst>
            <pc:docMk/>
            <pc:sldMk cId="2468595790" sldId="315"/>
            <ac:spMk id="16" creationId="{AEF9954A-E263-8A7E-58B1-4D03F7D1BD9B}"/>
          </ac:spMkLst>
        </pc:spChg>
        <pc:spChg chg="del">
          <ac:chgData name="Алина Лунева" userId="ee9b9fb48204b16a" providerId="LiveId" clId="{387F57EF-FA4E-4F24-AF15-8C1921AFDEF3}" dt="2025-11-20T20:33:06.678" v="828" actId="21"/>
          <ac:spMkLst>
            <pc:docMk/>
            <pc:sldMk cId="2468595790" sldId="315"/>
            <ac:spMk id="17" creationId="{33680A80-5C61-DD02-1119-0565C0AD5372}"/>
          </ac:spMkLst>
        </pc:spChg>
      </pc:sldChg>
      <pc:sldChg chg="del">
        <pc:chgData name="Алина Лунева" userId="ee9b9fb48204b16a" providerId="LiveId" clId="{387F57EF-FA4E-4F24-AF15-8C1921AFDEF3}" dt="2025-11-20T20:37:09.986" v="886" actId="2696"/>
        <pc:sldMkLst>
          <pc:docMk/>
          <pc:sldMk cId="1941619646" sldId="317"/>
        </pc:sldMkLst>
      </pc:sldChg>
      <pc:sldChg chg="del">
        <pc:chgData name="Алина Лунева" userId="ee9b9fb48204b16a" providerId="LiveId" clId="{387F57EF-FA4E-4F24-AF15-8C1921AFDEF3}" dt="2025-11-20T20:37:14.915" v="887" actId="2696"/>
        <pc:sldMkLst>
          <pc:docMk/>
          <pc:sldMk cId="4072101725" sldId="318"/>
        </pc:sldMkLst>
      </pc:sldChg>
      <pc:sldChg chg="del">
        <pc:chgData name="Алина Лунева" userId="ee9b9fb48204b16a" providerId="LiveId" clId="{387F57EF-FA4E-4F24-AF15-8C1921AFDEF3}" dt="2025-11-20T20:37:18.095" v="888" actId="2696"/>
        <pc:sldMkLst>
          <pc:docMk/>
          <pc:sldMk cId="3969996159" sldId="319"/>
        </pc:sldMkLst>
      </pc:sldChg>
      <pc:sldChg chg="del">
        <pc:chgData name="Алина Лунева" userId="ee9b9fb48204b16a" providerId="LiveId" clId="{387F57EF-FA4E-4F24-AF15-8C1921AFDEF3}" dt="2025-11-20T20:37:22.324" v="889" actId="2696"/>
        <pc:sldMkLst>
          <pc:docMk/>
          <pc:sldMk cId="2498021601" sldId="321"/>
        </pc:sldMkLst>
      </pc:sldChg>
      <pc:sldChg chg="del">
        <pc:chgData name="Алина Лунева" userId="ee9b9fb48204b16a" providerId="LiveId" clId="{387F57EF-FA4E-4F24-AF15-8C1921AFDEF3}" dt="2025-11-20T20:37:25.065" v="890" actId="2696"/>
        <pc:sldMkLst>
          <pc:docMk/>
          <pc:sldMk cId="1686213229" sldId="322"/>
        </pc:sldMkLst>
      </pc:sldChg>
      <pc:sldChg chg="modSp add mod">
        <pc:chgData name="Алина Лунева" userId="ee9b9fb48204b16a" providerId="LiveId" clId="{387F57EF-FA4E-4F24-AF15-8C1921AFDEF3}" dt="2025-11-20T20:28:25.211" v="654" actId="1076"/>
        <pc:sldMkLst>
          <pc:docMk/>
          <pc:sldMk cId="4033483910" sldId="323"/>
        </pc:sldMkLst>
        <pc:picChg chg="mod modCrop">
          <ac:chgData name="Алина Лунева" userId="ee9b9fb48204b16a" providerId="LiveId" clId="{387F57EF-FA4E-4F24-AF15-8C1921AFDEF3}" dt="2025-11-20T20:28:25.211" v="654" actId="1076"/>
          <ac:picMkLst>
            <pc:docMk/>
            <pc:sldMk cId="4033483910" sldId="323"/>
            <ac:picMk id="6" creationId="{E94C04CD-CD63-445E-B454-14580D1EE6E2}"/>
          </ac:picMkLst>
        </pc:picChg>
      </pc:sldChg>
      <pc:sldChg chg="modSp add mod">
        <pc:chgData name="Алина Лунева" userId="ee9b9fb48204b16a" providerId="LiveId" clId="{387F57EF-FA4E-4F24-AF15-8C1921AFDEF3}" dt="2025-11-20T20:28:30.783" v="655" actId="1076"/>
        <pc:sldMkLst>
          <pc:docMk/>
          <pc:sldMk cId="823461397" sldId="324"/>
        </pc:sldMkLst>
        <pc:picChg chg="mod">
          <ac:chgData name="Алина Лунева" userId="ee9b9fb48204b16a" providerId="LiveId" clId="{387F57EF-FA4E-4F24-AF15-8C1921AFDEF3}" dt="2025-11-20T20:28:30.783" v="655" actId="1076"/>
          <ac:picMkLst>
            <pc:docMk/>
            <pc:sldMk cId="823461397" sldId="324"/>
            <ac:picMk id="6" creationId="{E94C04CD-CD63-445E-B454-14580D1EE6E2}"/>
          </ac:picMkLst>
        </pc:picChg>
      </pc:sldChg>
      <pc:sldChg chg="addSp delSp modSp add mod">
        <pc:chgData name="Алина Лунева" userId="ee9b9fb48204b16a" providerId="LiveId" clId="{387F57EF-FA4E-4F24-AF15-8C1921AFDEF3}" dt="2025-11-20T20:31:38.642" v="690" actId="1076"/>
        <pc:sldMkLst>
          <pc:docMk/>
          <pc:sldMk cId="3072699545" sldId="325"/>
        </pc:sldMkLst>
        <pc:picChg chg="add del mod modCrop">
          <ac:chgData name="Алина Лунева" userId="ee9b9fb48204b16a" providerId="LiveId" clId="{387F57EF-FA4E-4F24-AF15-8C1921AFDEF3}" dt="2025-11-20T20:28:42.331" v="658" actId="21"/>
          <ac:picMkLst>
            <pc:docMk/>
            <pc:sldMk cId="3072699545" sldId="325"/>
            <ac:picMk id="3" creationId="{44151FE6-B304-4C9A-9C33-3151C6896DA3}"/>
          </ac:picMkLst>
        </pc:picChg>
        <pc:picChg chg="add del mod">
          <ac:chgData name="Алина Лунева" userId="ee9b9fb48204b16a" providerId="LiveId" clId="{387F57EF-FA4E-4F24-AF15-8C1921AFDEF3}" dt="2025-11-20T20:31:03.163" v="683" actId="478"/>
          <ac:picMkLst>
            <pc:docMk/>
            <pc:sldMk cId="3072699545" sldId="325"/>
            <ac:picMk id="4" creationId="{3B64AB0A-16B6-419C-BF33-BE09242FC033}"/>
          </ac:picMkLst>
        </pc:picChg>
        <pc:picChg chg="del mod">
          <ac:chgData name="Алина Лунева" userId="ee9b9fb48204b16a" providerId="LiveId" clId="{387F57EF-FA4E-4F24-AF15-8C1921AFDEF3}" dt="2025-11-20T20:31:04.395" v="684" actId="478"/>
          <ac:picMkLst>
            <pc:docMk/>
            <pc:sldMk cId="3072699545" sldId="325"/>
            <ac:picMk id="6" creationId="{E94C04CD-CD63-445E-B454-14580D1EE6E2}"/>
          </ac:picMkLst>
        </pc:picChg>
        <pc:picChg chg="add mod">
          <ac:chgData name="Алина Лунева" userId="ee9b9fb48204b16a" providerId="LiveId" clId="{387F57EF-FA4E-4F24-AF15-8C1921AFDEF3}" dt="2025-11-20T20:31:38.642" v="690" actId="1076"/>
          <ac:picMkLst>
            <pc:docMk/>
            <pc:sldMk cId="3072699545" sldId="325"/>
            <ac:picMk id="7" creationId="{BE88D460-4A0C-4D1F-8C86-B4F2141DE4F4}"/>
          </ac:picMkLst>
        </pc:picChg>
      </pc:sldChg>
      <pc:sldChg chg="addSp delSp modSp add mod ord">
        <pc:chgData name="Алина Лунева" userId="ee9b9fb48204b16a" providerId="LiveId" clId="{387F57EF-FA4E-4F24-AF15-8C1921AFDEF3}" dt="2025-11-20T20:31:50.233" v="691" actId="1076"/>
        <pc:sldMkLst>
          <pc:docMk/>
          <pc:sldMk cId="2041330286" sldId="326"/>
        </pc:sldMkLst>
        <pc:picChg chg="add del mod">
          <ac:chgData name="Алина Лунева" userId="ee9b9fb48204b16a" providerId="LiveId" clId="{387F57EF-FA4E-4F24-AF15-8C1921AFDEF3}" dt="2025-11-20T20:31:50.233" v="691" actId="1076"/>
          <ac:picMkLst>
            <pc:docMk/>
            <pc:sldMk cId="2041330286" sldId="326"/>
            <ac:picMk id="3" creationId="{44151FE6-B304-4C9A-9C33-3151C6896DA3}"/>
          </ac:picMkLst>
        </pc:picChg>
        <pc:picChg chg="del">
          <ac:chgData name="Алина Лунева" userId="ee9b9fb48204b16a" providerId="LiveId" clId="{387F57EF-FA4E-4F24-AF15-8C1921AFDEF3}" dt="2025-11-20T20:27:58.886" v="651" actId="21"/>
          <ac:picMkLst>
            <pc:docMk/>
            <pc:sldMk cId="2041330286" sldId="326"/>
            <ac:picMk id="6" creationId="{E94C04CD-CD63-445E-B454-14580D1EE6E2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3780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7318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9960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20504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sldNum="0"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1" y="810227"/>
            <a:ext cx="5746140" cy="3831221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Планировщик </a:t>
            </a:r>
            <a:r>
              <a:rPr lang="en-US" dirty="0"/>
              <a:t>Plan Up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7" y="291595"/>
            <a:ext cx="6583680" cy="153135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Автор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07" y="2171252"/>
            <a:ext cx="2985247" cy="3207344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800" dirty="0"/>
              <a:t>Лунева Алина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1806" y="407199"/>
            <a:ext cx="5723586" cy="1098871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Актуальность проекта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6E06A-88A7-425B-97E6-3189E37C6102}"/>
              </a:ext>
            </a:extLst>
          </p:cNvPr>
          <p:cNvSpPr txBox="1"/>
          <p:nvPr/>
        </p:nvSpPr>
        <p:spPr>
          <a:xfrm>
            <a:off x="5101806" y="1963271"/>
            <a:ext cx="55491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</a:rPr>
              <a:t>Большинство людей сталкиваются с проблемой планирования ещё со школы.</a:t>
            </a:r>
          </a:p>
          <a:p>
            <a:r>
              <a:rPr lang="ru-RU" sz="2400" dirty="0">
                <a:solidFill>
                  <a:schemeClr val="accent6">
                    <a:lumMod val="75000"/>
                  </a:schemeClr>
                </a:solidFill>
              </a:rPr>
              <a:t>И для удобства распределения своего времени были созданы онлайн-планировщики.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BB8282-876C-4927-B199-B5F679039EE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8953" r="895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423" y="663388"/>
            <a:ext cx="5259554" cy="123044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Описание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23" y="2312383"/>
            <a:ext cx="5259554" cy="2233233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Планировщик </a:t>
            </a:r>
            <a:r>
              <a:rPr lang="en-US" dirty="0"/>
              <a:t>Plan Up - </a:t>
            </a:r>
            <a:r>
              <a:rPr lang="ru-RU" dirty="0"/>
              <a:t>это инновационное приложение для планирования задач и достижения целей, которое сочетает в себе функционал ежедневника и персонального мотивационного коуча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A8F3F79-3B51-4155-A882-6B011FD3B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639" y="1441721"/>
            <a:ext cx="5691361" cy="54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преимущества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sz="2800" dirty="0"/>
              <a:t>фокус на "ЗАЧЕМ" а не на "ЧТО«</a:t>
            </a:r>
          </a:p>
          <a:p>
            <a:pPr rtl="0"/>
            <a:r>
              <a:rPr lang="ru-RU" sz="2800" dirty="0"/>
              <a:t>психологически обоснованный подход</a:t>
            </a:r>
          </a:p>
          <a:p>
            <a:pPr rtl="0"/>
            <a:r>
              <a:rPr lang="ru-RU" sz="2800" dirty="0" err="1"/>
              <a:t>проактивная</a:t>
            </a:r>
            <a:r>
              <a:rPr lang="ru-RU" sz="2800" dirty="0"/>
              <a:t> мотивация</a:t>
            </a:r>
          </a:p>
          <a:p>
            <a:pPr rtl="0"/>
            <a:r>
              <a:rPr lang="ru-RU" sz="2800" dirty="0"/>
              <a:t>борьба с выгоранием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527" y="358014"/>
            <a:ext cx="5885180" cy="88807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функционал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4C04CD-CD63-445E-B454-14580D1EE6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6" b="5643"/>
          <a:stretch/>
        </p:blipFill>
        <p:spPr>
          <a:xfrm>
            <a:off x="1353670" y="1648961"/>
            <a:ext cx="8624047" cy="444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483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527" y="358014"/>
            <a:ext cx="5885180" cy="88807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функционал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4C04CD-CD63-445E-B454-14580D1EE6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86" b="2686"/>
          <a:stretch/>
        </p:blipFill>
        <p:spPr>
          <a:xfrm>
            <a:off x="1371599" y="1648960"/>
            <a:ext cx="8624047" cy="459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46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527" y="358014"/>
            <a:ext cx="5885180" cy="88807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функционал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151FE6-B304-4C9A-9C33-3151C6896D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262" b="11141"/>
          <a:stretch/>
        </p:blipFill>
        <p:spPr>
          <a:xfrm>
            <a:off x="224308" y="2162727"/>
            <a:ext cx="11376022" cy="253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3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4527" y="358014"/>
            <a:ext cx="5885180" cy="88807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функционал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88D460-4A0C-4D1F-8C86-B4F2141DE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7040" y="1456055"/>
            <a:ext cx="9199855" cy="4863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99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Перспективы развития</a:t>
            </a:r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6888480" cy="3720337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2800" dirty="0"/>
              <a:t>интеграция нейронной сети для персонализированной консультации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ru-RU" sz="2800" dirty="0"/>
              <a:t>возможность поменять тему приложения (чёрная/белая)</a:t>
            </a:r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 rtl="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49782"/>
            <a:ext cx="4104639" cy="272770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{B5E75EE8-96B0-4CB1-A76F-7AEC41CACCD9}tf78438558_win32</Template>
  <TotalTime>76</TotalTime>
  <Words>100</Words>
  <Application>Microsoft Office PowerPoint</Application>
  <PresentationFormat>Широкоэкранный</PresentationFormat>
  <Paragraphs>21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Times new Roman</vt:lpstr>
      <vt:lpstr>Пользовательская</vt:lpstr>
      <vt:lpstr>Планировщик Plan Up</vt:lpstr>
      <vt:lpstr>Автор проекта</vt:lpstr>
      <vt:lpstr>Актуальность проекта</vt:lpstr>
      <vt:lpstr>Описание проекта</vt:lpstr>
      <vt:lpstr>преимущества</vt:lpstr>
      <vt:lpstr>функционал</vt:lpstr>
      <vt:lpstr>функционал</vt:lpstr>
      <vt:lpstr>функционал</vt:lpstr>
      <vt:lpstr>функционал</vt:lpstr>
      <vt:lpstr>Перспективы развития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Планировщик Plan Up</dc:title>
  <dc:subject/>
  <dc:creator>Алина Лунева</dc:creator>
  <cp:lastModifiedBy>Алина Лунева</cp:lastModifiedBy>
  <cp:revision>6</cp:revision>
  <dcterms:created xsi:type="dcterms:W3CDTF">2025-11-20T05:06:07Z</dcterms:created>
  <dcterms:modified xsi:type="dcterms:W3CDTF">2025-11-20T20:41:32Z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